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584200" rtl="0" fontAlgn="auto" latinLnBrk="0" hangingPunct="0">
      <a:lnSpc>
        <a:spcPct val="100000"/>
      </a:lnSpc>
      <a:spcBef>
        <a:spcPts val="42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iver flowing through a tropical forest"/>
          <p:cNvSpPr/>
          <p:nvPr>
            <p:ph type="pic" idx="21"/>
          </p:nvPr>
        </p:nvSpPr>
        <p:spPr>
          <a:xfrm>
            <a:off x="1623417" y="-28750"/>
            <a:ext cx="9758016" cy="732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1270000" y="81534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lose-up of an orange flower surrounded by large tropical leaves"/>
          <p:cNvSpPr/>
          <p:nvPr>
            <p:ph type="pic" idx="21"/>
          </p:nvPr>
        </p:nvSpPr>
        <p:spPr>
          <a:xfrm>
            <a:off x="1651000" y="638919"/>
            <a:ext cx="12349625" cy="82169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952500" y="4724400"/>
            <a:ext cx="5334000" cy="41148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3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3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3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3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37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lose-up of a red-eyed tree frog perched on a leaf"/>
          <p:cNvSpPr/>
          <p:nvPr>
            <p:ph type="pic" idx="21"/>
          </p:nvPr>
        </p:nvSpPr>
        <p:spPr>
          <a:xfrm>
            <a:off x="3454400" y="2590800"/>
            <a:ext cx="942975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ClrTx/>
              <a:defRPr sz="2800"/>
            </a:lvl1pPr>
            <a:lvl2pPr marL="685800" indent="-342900">
              <a:spcBef>
                <a:spcPts val="3200"/>
              </a:spcBef>
              <a:buClrTx/>
              <a:defRPr sz="2800"/>
            </a:lvl2pPr>
            <a:lvl3pPr marL="1028700" indent="-342900">
              <a:spcBef>
                <a:spcPts val="3200"/>
              </a:spcBef>
              <a:buClrTx/>
              <a:defRPr sz="2800"/>
            </a:lvl3pPr>
            <a:lvl4pPr marL="1371600" indent="-342900">
              <a:spcBef>
                <a:spcPts val="3200"/>
              </a:spcBef>
              <a:buClrTx/>
              <a:defRPr sz="2800"/>
            </a:lvl4pPr>
            <a:lvl5pPr marL="1714500" indent="-342900">
              <a:spcBef>
                <a:spcPts val="3200"/>
              </a:spcBef>
              <a:buClrTx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ClrTx/>
              <a:defRPr sz="2800"/>
            </a:lvl1pPr>
            <a:lvl2pPr marL="685800" indent="-342900">
              <a:spcBef>
                <a:spcPts val="3200"/>
              </a:spcBef>
              <a:buClrTx/>
              <a:defRPr sz="2800"/>
            </a:lvl2pPr>
            <a:lvl3pPr marL="1028700" indent="-342900">
              <a:spcBef>
                <a:spcPts val="3200"/>
              </a:spcBef>
              <a:buClrTx/>
              <a:defRPr sz="2800"/>
            </a:lvl3pPr>
            <a:lvl4pPr marL="1371600" indent="-342900">
              <a:spcBef>
                <a:spcPts val="3200"/>
              </a:spcBef>
              <a:buClrTx/>
              <a:defRPr sz="2800"/>
            </a:lvl4pPr>
            <a:lvl5pPr marL="1714500" indent="-342900">
              <a:spcBef>
                <a:spcPts val="3200"/>
              </a:spcBef>
              <a:buClrTx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and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half" idx="1"/>
          </p:nvPr>
        </p:nvSpPr>
        <p:spPr>
          <a:xfrm>
            <a:off x="952500" y="25908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buClrTx/>
              <a:defRPr sz="2800"/>
            </a:lvl1pPr>
            <a:lvl2pPr marL="685800" indent="-342900">
              <a:spcBef>
                <a:spcPts val="3200"/>
              </a:spcBef>
              <a:buClrTx/>
              <a:defRPr sz="2800"/>
            </a:lvl2pPr>
            <a:lvl3pPr marL="1028700" indent="-342900">
              <a:spcBef>
                <a:spcPts val="3200"/>
              </a:spcBef>
              <a:buClrTx/>
              <a:defRPr sz="2800"/>
            </a:lvl3pPr>
            <a:lvl4pPr marL="1371600" indent="-342900">
              <a:spcBef>
                <a:spcPts val="3200"/>
              </a:spcBef>
              <a:buClrTx/>
              <a:defRPr sz="2800"/>
            </a:lvl4pPr>
            <a:lvl5pPr marL="1714500" indent="-342900">
              <a:spcBef>
                <a:spcPts val="3200"/>
              </a:spcBef>
              <a:buClrTx/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lose-up of an orange flower surrounded by large tropical leaves"/>
          <p:cNvSpPr/>
          <p:nvPr>
            <p:ph type="pic" sz="quarter" idx="21"/>
          </p:nvPr>
        </p:nvSpPr>
        <p:spPr>
          <a:xfrm>
            <a:off x="6468065" y="4965700"/>
            <a:ext cx="5859869" cy="3898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2" name="Close-up of a red-eyed tree frog perched on a leaf"/>
          <p:cNvSpPr/>
          <p:nvPr>
            <p:ph type="pic" sz="quarter" idx="22"/>
          </p:nvPr>
        </p:nvSpPr>
        <p:spPr>
          <a:xfrm>
            <a:off x="6324600" y="635000"/>
            <a:ext cx="5848350" cy="3898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River flowing through a tropical forest"/>
          <p:cNvSpPr/>
          <p:nvPr>
            <p:ph type="pic" idx="23"/>
          </p:nvPr>
        </p:nvSpPr>
        <p:spPr>
          <a:xfrm>
            <a:off x="-1864362" y="635000"/>
            <a:ext cx="10967724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–Joe Bloggs"/>
          <p:cNvSpPr txBox="1"/>
          <p:nvPr>
            <p:ph type="body" sz="quarter" idx="21"/>
          </p:nvPr>
        </p:nvSpPr>
        <p:spPr>
          <a:xfrm>
            <a:off x="1270000" y="6362700"/>
            <a:ext cx="10464800" cy="461366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i="1" sz="2400"/>
            </a:lvl1pPr>
          </a:lstStyle>
          <a:p>
            <a:pPr/>
            <a:r>
              <a:t>–Joe Bloggs</a:t>
            </a:r>
          </a:p>
        </p:txBody>
      </p:sp>
      <p:sp>
        <p:nvSpPr>
          <p:cNvPr id="112" name="“Type a quote here.”"/>
          <p:cNvSpPr txBox="1"/>
          <p:nvPr>
            <p:ph type="body" sz="quarter" idx="22"/>
          </p:nvPr>
        </p:nvSpPr>
        <p:spPr>
          <a:xfrm>
            <a:off x="1270000" y="4308599"/>
            <a:ext cx="10464800" cy="60977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None/>
              <a:defRPr sz="34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iver flowing through a tropical forest"/>
          <p:cNvSpPr/>
          <p:nvPr>
            <p:ph type="pic" idx="21"/>
          </p:nvPr>
        </p:nvSpPr>
        <p:spPr>
          <a:xfrm>
            <a:off x="0" y="-2258"/>
            <a:ext cx="13004800" cy="975811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52500" y="2540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52500" y="25908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328884" y="9296400"/>
            <a:ext cx="340259" cy="324306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>
          <a:srgbClr val="FFFFFF"/>
        </a:buClr>
        <a:buSzPct val="145000"/>
        <a:buFontTx/>
        <a:buChar char="•"/>
        <a:tabLst/>
        <a:defRPr b="0" baseline="0" cap="none" i="0" spc="0" strike="noStrike" sz="3200" u="none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BIES Test Deck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BIES Test Deck</a:t>
            </a:r>
          </a:p>
        </p:txBody>
      </p:sp>
      <p:sp>
        <p:nvSpPr>
          <p:cNvPr id="138" name="Slide one body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one body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econd Sli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Second Slide</a:t>
            </a:r>
          </a:p>
        </p:txBody>
      </p:sp>
      <p:sp>
        <p:nvSpPr>
          <p:cNvPr id="141" name="Bullet A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Bullet A</a:t>
            </a:r>
          </a:p>
          <a:p>
            <a:pPr/>
            <a:r>
              <a:t>Bullet 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hird Slid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Third Slide</a:t>
            </a:r>
          </a:p>
        </p:txBody>
      </p:sp>
      <p:sp>
        <p:nvSpPr>
          <p:cNvPr id="144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4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